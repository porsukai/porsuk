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Tedarik Süreci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İşbu sözleşme, ABC Lojistik A.Ş. ile XYZ Sanayi Ltd. Şti. arasında tedarik hizmetlerinin sağlanması amacıyla akdedilmiştir. Ödemeler fatura tarihinden itibaren 30 gün içinde yapılır.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Supply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agreement is entered into between the parties for the provision of supply services. Payments shall be made within 30 days of the invoice date.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