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Teslimat Kalemleri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82880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609600">
                <a:tc>
                  <a:txBody>
                    <a:bodyPr/>
                    <a:lstStyle/>
                    <a:p>
                      <a:r>
                        <a:t>Kalem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Miktar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Tutar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Nakliye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12.500 TL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Depolama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8.750 TL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